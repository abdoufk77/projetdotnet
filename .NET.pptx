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4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B3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222120-1022-0D28-C5AC-0492A5025B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B025900-3553-F318-01C2-934E466AAE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25A525-AA1E-4148-E695-49B654762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1A77-AA88-4D1B-8951-5E0E7CFDA6FA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E0DF67-4460-7AC3-BCF8-5C874F787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FD1D43-2B63-3FCA-B686-9E70AE86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65DF0-212A-4E09-AA98-E47CFA76D5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337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B9BEC6-6119-2B8A-1AE0-3D215EAF1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A37EB8-BA7A-DA17-919E-D1B5BE14E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B54ED7-E0AE-C024-96B5-3A6777200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1A77-AA88-4D1B-8951-5E0E7CFDA6FA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E0AA88E-B2D6-5CB1-85F7-27C76B8DB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F347AD-FC6A-80B4-93FD-47DBC7CBA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65DF0-212A-4E09-AA98-E47CFA76D5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3801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C5317E-014D-267A-80F3-D84DDBE74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7E8A899-98E0-88E9-39A5-3819FC454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1B6B53-3930-C3CB-5091-D42630AF5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1A77-AA88-4D1B-8951-5E0E7CFDA6FA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693182-FB50-4168-8A64-CA604E7D9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733B90E-5C94-998A-F971-BE069342C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65DF0-212A-4E09-AA98-E47CFA76D5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1771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12A4C0-8681-94D7-D23F-534AB8C0B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A99537-D80A-0C0C-2459-707C2B4A0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8A4EBFD-7D12-BB05-DD6E-738082543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BBA1514-037E-6E80-F7C8-2750FE899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1A77-AA88-4D1B-8951-5E0E7CFDA6FA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C131787-84C4-52E0-A15E-905C6EE95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02D3815-8B63-C62D-EFDC-26281AB1F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65DF0-212A-4E09-AA98-E47CFA76D5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254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2FA0C2-1F21-3953-F15B-198869A09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E2D29F7-3FDC-A440-2618-8A7DB8F48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A7208D3-4E73-1FF5-E256-181160845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1E2A998-59E5-C5F1-8BF5-80E7BCC79A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458D77F-0DF6-D2B0-6857-01CF979123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2EF9650-D044-0E10-FCA2-4AF2BB0C6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1A77-AA88-4D1B-8951-5E0E7CFDA6FA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E979BC6-CD15-D3AE-6C4C-FBA3C519E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216CE0B-9DC8-1465-E31A-EA8518F91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65DF0-212A-4E09-AA98-E47CFA76D5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11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D1CA26-D8F4-B650-E322-6D4B68BCB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6D0DA89-4350-E337-E5B1-6A2A51AE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1A77-AA88-4D1B-8951-5E0E7CFDA6FA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A8CA943-6116-5130-0D6D-2AC4CDEFB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FF6898C-C620-B83C-B3D2-C4173BAF6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65DF0-212A-4E09-AA98-E47CFA76D5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4030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85D09E0-D3E7-17AF-526D-945D4B1AA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1A77-AA88-4D1B-8951-5E0E7CFDA6FA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7A624C5-B9D5-CFB4-7272-E06D13A67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3B00345-68B3-87FF-5515-4D5A92ED9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65DF0-212A-4E09-AA98-E47CFA76D5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400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90F521-8E37-EB09-52CF-7B758267F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A120BE-A184-6FBB-E7D6-2B997A7A4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155BF03-F798-3218-C753-BD20B7CB1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BF8B5F4-600A-C516-B8E2-D88A1BDE8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1A77-AA88-4D1B-8951-5E0E7CFDA6FA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EAC3A1F-C0E4-4EED-AFD1-1F8E7F620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EA4D75C-B1F7-FDCF-2AA1-E9BD81CF1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65DF0-212A-4E09-AA98-E47CFA76D5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182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DCB98B-B5A2-1F72-4DD1-0F0C1748A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6C03676-4B11-F235-3304-FBCE68FEA8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798AC19-794A-0050-0A5B-BEB5F6BD3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E9EAAED-40DF-B391-96F3-814A75718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1A77-AA88-4D1B-8951-5E0E7CFDA6FA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0AE1657-8DC2-4A0D-E62B-83CC6FDA5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66B2C18-975A-D1A1-17FE-9D8840EAA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65DF0-212A-4E09-AA98-E47CFA76D5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964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0A6B26-8600-46DD-E19B-BC4BF3F31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D22E227-84FD-9EDF-01C7-2061CB4E44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338D35-56BF-089E-80A8-7153BAEC5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1A77-AA88-4D1B-8951-5E0E7CFDA6FA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942B37-5E59-5E3E-CEF0-D3AE93311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2635B7-B596-46D8-2FDD-BAF86ABCC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65DF0-212A-4E09-AA98-E47CFA76D5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7501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616C190-DAAA-6893-0F6B-E9EACEEFA7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8E1ECBB-12A9-DB3E-B899-D09AF46C9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8ABD2A8-45DD-7494-51CD-AF09B536E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1A77-AA88-4D1B-8951-5E0E7CFDA6FA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A550E2-81F7-D05C-776A-3CC50FFD2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5B63BF-6A49-A79C-3BFD-E62DBE4D5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65DF0-212A-4E09-AA98-E47CFA76D5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6918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A839D3D-2D11-BD15-C00D-7525A2AC8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A1B7F76-1A5B-9894-233B-1E4B7F82D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739673-8028-EF90-5C1A-091436A838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271A77-AA88-4D1B-8951-5E0E7CFDA6FA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160E60-963C-6EA7-19E4-7E9C2F454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E6B653-13B2-B1B7-32C5-4E9115679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265DF0-212A-4E09-AA98-E47CFA76D5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5921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C68C29B-2E9D-FBF9-BF2E-B3F55C832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FBD4E7-6830-0C31-68FE-7835257FAE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1026" name="Picture 2" descr="image de carrousel 0">
            <a:extLst>
              <a:ext uri="{FF2B5EF4-FFF2-40B4-BE49-F238E27FC236}">
                <a16:creationId xmlns:a16="http://schemas.microsoft.com/office/drawing/2014/main" id="{98089335-BFED-7FDA-07CF-5815E3EDE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55" y="73572"/>
            <a:ext cx="6858000" cy="6858000"/>
          </a:xfrm>
          <a:prstGeom prst="rect">
            <a:avLst/>
          </a:prstGeom>
          <a:noFill/>
          <a:effectLst>
            <a:softEdge rad="3556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 descr="Une image contenant texte, Police, noir et blanc&#10;&#10;Le contenu généré par l’IA peut être incorrect.">
            <a:extLst>
              <a:ext uri="{FF2B5EF4-FFF2-40B4-BE49-F238E27FC236}">
                <a16:creationId xmlns:a16="http://schemas.microsoft.com/office/drawing/2014/main" id="{0F93E3FD-34F5-A5BF-B02A-4993BAC8CA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910" y="292484"/>
            <a:ext cx="4840648" cy="105284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532328D-99A1-8458-4551-3257BCF269E6}"/>
              </a:ext>
            </a:extLst>
          </p:cNvPr>
          <p:cNvSpPr/>
          <p:nvPr/>
        </p:nvSpPr>
        <p:spPr>
          <a:xfrm>
            <a:off x="7136524" y="1933903"/>
            <a:ext cx="4725034" cy="2039007"/>
          </a:xfrm>
          <a:prstGeom prst="rect">
            <a:avLst/>
          </a:prstGeom>
          <a:solidFill>
            <a:schemeClr val="bg1">
              <a:lumMod val="50000"/>
              <a:alpha val="79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4000" b="1" u="sng" noProof="0" dirty="0">
                <a:latin typeface="Amasis MT Pro Black" panose="02040A04050005020304" pitchFamily="18" charset="0"/>
              </a:rPr>
              <a:t>MonResto: </a:t>
            </a:r>
            <a:r>
              <a:rPr lang="fr-FR" noProof="0" dirty="0">
                <a:latin typeface="Amasis MT Pro Black" panose="02040A04050005020304" pitchFamily="18" charset="0"/>
              </a:rPr>
              <a:t>Plateforme de gestion de services de restauration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1F63F5-5906-B1F4-0961-2F9BFC49601C}"/>
              </a:ext>
            </a:extLst>
          </p:cNvPr>
          <p:cNvSpPr/>
          <p:nvPr/>
        </p:nvSpPr>
        <p:spPr>
          <a:xfrm>
            <a:off x="7136524" y="4146330"/>
            <a:ext cx="4725034" cy="1361091"/>
          </a:xfrm>
          <a:prstGeom prst="rect">
            <a:avLst/>
          </a:prstGeom>
          <a:solidFill>
            <a:schemeClr val="bg1">
              <a:lumMod val="50000"/>
              <a:alpha val="79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u="sng" noProof="0" dirty="0">
                <a:latin typeface="Amasis MT Pro Black" panose="02040A04050005020304" pitchFamily="18" charset="0"/>
              </a:rPr>
              <a:t>Présenté par:</a:t>
            </a:r>
          </a:p>
          <a:p>
            <a:pPr algn="ctr"/>
            <a:r>
              <a:rPr lang="fr-FR" noProof="0" dirty="0">
                <a:latin typeface="Amasis MT Pro Black" panose="02040A04050005020304" pitchFamily="18" charset="0"/>
              </a:rPr>
              <a:t>Abderrahman FOUKAHY</a:t>
            </a:r>
          </a:p>
          <a:p>
            <a:pPr algn="ctr"/>
            <a:r>
              <a:rPr lang="fr-FR" noProof="0" dirty="0">
                <a:latin typeface="Amasis MT Pro Black" panose="02040A04050005020304" pitchFamily="18" charset="0"/>
              </a:rPr>
              <a:t>Hiba ELAROUI</a:t>
            </a:r>
          </a:p>
          <a:p>
            <a:pPr algn="ctr"/>
            <a:r>
              <a:rPr lang="fr-FR" noProof="0" dirty="0">
                <a:latin typeface="Amasis MT Pro Black" panose="02040A04050005020304" pitchFamily="18" charset="0"/>
              </a:rPr>
              <a:t>Farah OTARID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5A7675A-AD2F-C82C-E02C-9AFB3EF2737F}"/>
              </a:ext>
            </a:extLst>
          </p:cNvPr>
          <p:cNvSpPr txBox="1"/>
          <p:nvPr/>
        </p:nvSpPr>
        <p:spPr>
          <a:xfrm>
            <a:off x="7136524" y="6038193"/>
            <a:ext cx="4466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>
                <a:solidFill>
                  <a:schemeClr val="bg1"/>
                </a:solidFill>
              </a:rPr>
              <a:t>Année Universitaire: 2025/2026</a:t>
            </a:r>
          </a:p>
        </p:txBody>
      </p:sp>
    </p:spTree>
    <p:extLst>
      <p:ext uri="{BB962C8B-B14F-4D97-AF65-F5344CB8AC3E}">
        <p14:creationId xmlns:p14="http://schemas.microsoft.com/office/powerpoint/2010/main" val="4190766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37A1C-A4ED-ED21-8932-D196D9716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6EE567-0D59-CE76-A1A9-83FE0AD89B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9182A3-6BF6-AE07-5A35-7C96BC5960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FF3A3B3-FAA6-8373-BA5F-DA28FB765006}"/>
              </a:ext>
            </a:extLst>
          </p:cNvPr>
          <p:cNvSpPr txBox="1"/>
          <p:nvPr/>
        </p:nvSpPr>
        <p:spPr>
          <a:xfrm>
            <a:off x="1949669" y="2730062"/>
            <a:ext cx="8292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noProof="0" dirty="0">
                <a:solidFill>
                  <a:schemeClr val="bg1"/>
                </a:solidFill>
                <a:latin typeface="Amasis MT Pro Black" panose="02040A040500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648534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25992-50BF-EA70-B916-6F37D1334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13B870-AD41-AA80-3040-CE0A178485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F08BA3-240E-0668-57EE-FE6B204C6F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1C3A0A8-DDD3-A190-1DF5-B81C47AAB270}"/>
              </a:ext>
            </a:extLst>
          </p:cNvPr>
          <p:cNvSpPr txBox="1"/>
          <p:nvPr/>
        </p:nvSpPr>
        <p:spPr>
          <a:xfrm>
            <a:off x="1949669" y="312682"/>
            <a:ext cx="8292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noProof="0" dirty="0">
                <a:solidFill>
                  <a:schemeClr val="bg1"/>
                </a:solidFill>
                <a:latin typeface="Amasis MT Pro Black" panose="02040A04050005020304" pitchFamily="18" charset="0"/>
              </a:rPr>
              <a:t>PLAN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07224D-8042-B544-6FBC-222D29A5BBEA}"/>
              </a:ext>
            </a:extLst>
          </p:cNvPr>
          <p:cNvSpPr/>
          <p:nvPr/>
        </p:nvSpPr>
        <p:spPr>
          <a:xfrm>
            <a:off x="725215" y="1576551"/>
            <a:ext cx="4960882" cy="2112580"/>
          </a:xfrm>
          <a:prstGeom prst="rect">
            <a:avLst/>
          </a:prstGeom>
          <a:solidFill>
            <a:srgbClr val="D0B390">
              <a:alpha val="50000"/>
            </a:srgb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noProof="0" dirty="0">
                <a:latin typeface="Amasis MT Pro Black" panose="02040A04050005020304" pitchFamily="18" charset="0"/>
              </a:rPr>
              <a:t>CONCEPTION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361F8B-152D-EAC8-FFE6-6BE563048578}"/>
              </a:ext>
            </a:extLst>
          </p:cNvPr>
          <p:cNvSpPr/>
          <p:nvPr/>
        </p:nvSpPr>
        <p:spPr>
          <a:xfrm>
            <a:off x="3615559" y="4172607"/>
            <a:ext cx="4960882" cy="2112580"/>
          </a:xfrm>
          <a:prstGeom prst="rect">
            <a:avLst/>
          </a:prstGeom>
          <a:solidFill>
            <a:srgbClr val="D0B390">
              <a:alpha val="50000"/>
            </a:srgb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noProof="0" dirty="0">
                <a:latin typeface="Amasis MT Pro Black" panose="02040A04050005020304" pitchFamily="18" charset="0"/>
              </a:rPr>
              <a:t>RESULTAT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35D076-6F31-D872-A6B4-2FF9D4B84466}"/>
              </a:ext>
            </a:extLst>
          </p:cNvPr>
          <p:cNvSpPr/>
          <p:nvPr/>
        </p:nvSpPr>
        <p:spPr>
          <a:xfrm>
            <a:off x="6458607" y="1576551"/>
            <a:ext cx="4960882" cy="2112580"/>
          </a:xfrm>
          <a:prstGeom prst="rect">
            <a:avLst/>
          </a:prstGeom>
          <a:solidFill>
            <a:srgbClr val="D0B390">
              <a:alpha val="50000"/>
            </a:srgb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noProof="0" dirty="0">
                <a:latin typeface="Amasis MT Pro Black" panose="02040A04050005020304" pitchFamily="18" charset="0"/>
              </a:rPr>
              <a:t>TECHNOLOGIES UTILISEES </a:t>
            </a:r>
          </a:p>
        </p:txBody>
      </p:sp>
    </p:spTree>
    <p:extLst>
      <p:ext uri="{BB962C8B-B14F-4D97-AF65-F5344CB8AC3E}">
        <p14:creationId xmlns:p14="http://schemas.microsoft.com/office/powerpoint/2010/main" val="15510539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EB5F7-B9C5-52F0-2C0F-7A7CD37ED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66571E1-4FF0-7FF4-E894-811D574F63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B60C7C-9BDE-A7B5-1AAB-30B9D8695C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96D7E5F-5D48-44E7-1D72-566D1368F352}"/>
              </a:ext>
            </a:extLst>
          </p:cNvPr>
          <p:cNvSpPr txBox="1"/>
          <p:nvPr/>
        </p:nvSpPr>
        <p:spPr>
          <a:xfrm>
            <a:off x="1718442" y="543910"/>
            <a:ext cx="8292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noProof="0" dirty="0">
                <a:solidFill>
                  <a:schemeClr val="bg1"/>
                </a:solidFill>
                <a:latin typeface="Amasis MT Pro Black" panose="02040A04050005020304" pitchFamily="18" charset="0"/>
              </a:rPr>
              <a:t>CONCEPTION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1D94A1-0CE4-E9F9-F901-E3613E675933}"/>
              </a:ext>
            </a:extLst>
          </p:cNvPr>
          <p:cNvSpPr/>
          <p:nvPr/>
        </p:nvSpPr>
        <p:spPr>
          <a:xfrm>
            <a:off x="11529848" y="6285187"/>
            <a:ext cx="493986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097C5-7DB5-0F0B-2E3E-4E4B6CBEFF3A}"/>
              </a:ext>
            </a:extLst>
          </p:cNvPr>
          <p:cNvSpPr/>
          <p:nvPr/>
        </p:nvSpPr>
        <p:spPr>
          <a:xfrm>
            <a:off x="374430" y="1408387"/>
            <a:ext cx="5633545" cy="4876800"/>
          </a:xfrm>
          <a:prstGeom prst="rect">
            <a:avLst/>
          </a:prstGeom>
          <a:solidFill>
            <a:srgbClr val="D0B39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noProof="0" dirty="0">
                <a:latin typeface="Amasis MT Pro Black" panose="02040A04050005020304" pitchFamily="18" charset="0"/>
              </a:rPr>
              <a:t>DIAGRAMME DE CAS D’UTILISATION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5D7F75-553B-C974-7C9B-F27E5257B3EC}"/>
              </a:ext>
            </a:extLst>
          </p:cNvPr>
          <p:cNvSpPr/>
          <p:nvPr/>
        </p:nvSpPr>
        <p:spPr>
          <a:xfrm>
            <a:off x="6283215" y="1408387"/>
            <a:ext cx="5633545" cy="4876800"/>
          </a:xfrm>
          <a:prstGeom prst="rect">
            <a:avLst/>
          </a:prstGeom>
          <a:solidFill>
            <a:srgbClr val="D0B39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noProof="0" dirty="0">
                <a:latin typeface="Amasis MT Pro Black" panose="02040A04050005020304" pitchFamily="18" charset="0"/>
              </a:rPr>
              <a:t>DIAGRAMME DE CLASSES</a:t>
            </a:r>
          </a:p>
        </p:txBody>
      </p:sp>
    </p:spTree>
    <p:extLst>
      <p:ext uri="{BB962C8B-B14F-4D97-AF65-F5344CB8AC3E}">
        <p14:creationId xmlns:p14="http://schemas.microsoft.com/office/powerpoint/2010/main" val="12657512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52C34-1037-F0D2-248A-6F6D98302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338C76-EF59-2B96-D2CD-D4113A374B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2E4EEB-82A1-58C9-FC33-C2631B1937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FBB376-DF24-2E36-3515-D2E49D5B9076}"/>
              </a:ext>
            </a:extLst>
          </p:cNvPr>
          <p:cNvSpPr/>
          <p:nvPr/>
        </p:nvSpPr>
        <p:spPr>
          <a:xfrm rot="16200000">
            <a:off x="-2964450" y="2971490"/>
            <a:ext cx="6858000" cy="915019"/>
          </a:xfrm>
          <a:prstGeom prst="rect">
            <a:avLst/>
          </a:prstGeom>
          <a:solidFill>
            <a:srgbClr val="D0B39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fr-FR" sz="2400" noProof="0" dirty="0">
                <a:latin typeface="Amasis MT Pro Black" panose="02040A04050005020304" pitchFamily="18" charset="0"/>
              </a:rPr>
              <a:t>DIAGRAMME DE CAS D’UTILISATION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718395-0E47-88CB-1D64-C0CA84F2176C}"/>
              </a:ext>
            </a:extLst>
          </p:cNvPr>
          <p:cNvSpPr/>
          <p:nvPr/>
        </p:nvSpPr>
        <p:spPr>
          <a:xfrm>
            <a:off x="922060" y="0"/>
            <a:ext cx="11255860" cy="6858000"/>
          </a:xfrm>
          <a:prstGeom prst="rect">
            <a:avLst/>
          </a:prstGeom>
          <a:solidFill>
            <a:srgbClr val="D0B390">
              <a:alpha val="50000"/>
            </a:srgb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9" name="Image 8" descr="Une image contenant texte, diagramme, dessin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6E51DA2-A802-CE9A-7F23-59FEE2B343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85" y="0"/>
            <a:ext cx="11255860" cy="721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9149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356B2-9822-7C42-02D7-762D61DAE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8EB646E-66E6-9D32-E541-B4B1347B6A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2178B2-9DE4-B7C8-AFCA-F022C75B36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5A35200-74AB-8E66-5697-A3141981FCB5}"/>
              </a:ext>
            </a:extLst>
          </p:cNvPr>
          <p:cNvSpPr txBox="1"/>
          <p:nvPr/>
        </p:nvSpPr>
        <p:spPr>
          <a:xfrm>
            <a:off x="1718442" y="543910"/>
            <a:ext cx="8292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noProof="0" dirty="0">
                <a:solidFill>
                  <a:schemeClr val="bg1"/>
                </a:solidFill>
                <a:latin typeface="Amasis MT Pro Black" panose="02040A04050005020304" pitchFamily="18" charset="0"/>
              </a:rPr>
              <a:t>CONCEPTION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740466-A70C-5AD6-74A4-FF297004CB47}"/>
              </a:ext>
            </a:extLst>
          </p:cNvPr>
          <p:cNvSpPr/>
          <p:nvPr/>
        </p:nvSpPr>
        <p:spPr>
          <a:xfrm>
            <a:off x="11529848" y="6285187"/>
            <a:ext cx="493986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B8CD93-4EE7-8459-4811-AFEAB55707C7}"/>
              </a:ext>
            </a:extLst>
          </p:cNvPr>
          <p:cNvSpPr/>
          <p:nvPr/>
        </p:nvSpPr>
        <p:spPr>
          <a:xfrm>
            <a:off x="374430" y="1408387"/>
            <a:ext cx="5633545" cy="4876800"/>
          </a:xfrm>
          <a:prstGeom prst="rect">
            <a:avLst/>
          </a:prstGeom>
          <a:solidFill>
            <a:srgbClr val="D0B39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noProof="0" dirty="0">
                <a:latin typeface="Amasis MT Pro Black" panose="02040A04050005020304" pitchFamily="18" charset="0"/>
              </a:rPr>
              <a:t>DIAGRAMME DE CAS D’UTILISATION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DF0A42-F2C8-2C45-177D-63FD3E0E3601}"/>
              </a:ext>
            </a:extLst>
          </p:cNvPr>
          <p:cNvSpPr/>
          <p:nvPr/>
        </p:nvSpPr>
        <p:spPr>
          <a:xfrm>
            <a:off x="6283215" y="1408387"/>
            <a:ext cx="5633545" cy="4876800"/>
          </a:xfrm>
          <a:prstGeom prst="rect">
            <a:avLst/>
          </a:prstGeom>
          <a:solidFill>
            <a:srgbClr val="D0B39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noProof="0" dirty="0">
                <a:latin typeface="Amasis MT Pro Black" panose="02040A04050005020304" pitchFamily="18" charset="0"/>
              </a:rPr>
              <a:t>DIAGRAMME DE CLASSES</a:t>
            </a:r>
          </a:p>
        </p:txBody>
      </p:sp>
    </p:spTree>
    <p:extLst>
      <p:ext uri="{BB962C8B-B14F-4D97-AF65-F5344CB8AC3E}">
        <p14:creationId xmlns:p14="http://schemas.microsoft.com/office/powerpoint/2010/main" val="7935948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6E460-E712-AB07-7D14-1C450C2E3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AD227C-7B7C-E1CF-09AD-FC463BA26A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2468BF-FB17-F6C0-D2B8-AA8C2061D1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5CC693-2D75-B682-8E27-3DEF05909C61}"/>
              </a:ext>
            </a:extLst>
          </p:cNvPr>
          <p:cNvSpPr/>
          <p:nvPr/>
        </p:nvSpPr>
        <p:spPr>
          <a:xfrm rot="16200000">
            <a:off x="-2964450" y="2971490"/>
            <a:ext cx="6858000" cy="915019"/>
          </a:xfrm>
          <a:prstGeom prst="rect">
            <a:avLst/>
          </a:prstGeom>
          <a:solidFill>
            <a:srgbClr val="D0B39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fr-FR" sz="2400" noProof="0" dirty="0">
                <a:latin typeface="Amasis MT Pro Black" panose="02040A04050005020304" pitchFamily="18" charset="0"/>
              </a:rPr>
              <a:t>DIAGRAMME DE CLASSES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EDC8ED-E25C-3D3F-1DF7-C083C7EA3486}"/>
              </a:ext>
            </a:extLst>
          </p:cNvPr>
          <p:cNvSpPr/>
          <p:nvPr/>
        </p:nvSpPr>
        <p:spPr>
          <a:xfrm>
            <a:off x="943180" y="0"/>
            <a:ext cx="11255860" cy="6858000"/>
          </a:xfrm>
          <a:prstGeom prst="rect">
            <a:avLst/>
          </a:prstGeom>
          <a:solidFill>
            <a:srgbClr val="D0B390">
              <a:alpha val="50000"/>
            </a:srgb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7" name="Image 6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8F3D839D-6E1E-C400-C539-258D00CDB2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649" y="508646"/>
            <a:ext cx="11418922" cy="6533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6177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66F17-43C3-92C0-776D-F48017C8B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D5B9568-7219-26B1-3AE7-BC1CCC77B1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0B3AFE-D7D8-8463-C94B-2A07E4E332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F69F764-D6AC-4DAB-E519-95656D34A243}"/>
              </a:ext>
            </a:extLst>
          </p:cNvPr>
          <p:cNvSpPr txBox="1"/>
          <p:nvPr/>
        </p:nvSpPr>
        <p:spPr>
          <a:xfrm>
            <a:off x="1949669" y="312682"/>
            <a:ext cx="8292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noProof="0" dirty="0">
                <a:solidFill>
                  <a:schemeClr val="bg1"/>
                </a:solidFill>
                <a:latin typeface="Amasis MT Pro Black" panose="02040A04050005020304" pitchFamily="18" charset="0"/>
              </a:rPr>
              <a:t>TECHNOLOGIES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ABC4A4-91E9-CCB6-E54A-AD499FB8D362}"/>
              </a:ext>
            </a:extLst>
          </p:cNvPr>
          <p:cNvSpPr/>
          <p:nvPr/>
        </p:nvSpPr>
        <p:spPr>
          <a:xfrm>
            <a:off x="790259" y="1487378"/>
            <a:ext cx="4960882" cy="2112580"/>
          </a:xfrm>
          <a:prstGeom prst="rect">
            <a:avLst/>
          </a:prstGeom>
          <a:solidFill>
            <a:srgbClr val="D0B390">
              <a:alpha val="50000"/>
            </a:srgb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800" noProof="0" dirty="0">
              <a:latin typeface="Amasis MT Pro Black" panose="02040A040500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E7A440-AE11-5A35-6B53-92C18752DBD8}"/>
              </a:ext>
            </a:extLst>
          </p:cNvPr>
          <p:cNvSpPr/>
          <p:nvPr/>
        </p:nvSpPr>
        <p:spPr>
          <a:xfrm>
            <a:off x="790259" y="4312771"/>
            <a:ext cx="4960882" cy="2112580"/>
          </a:xfrm>
          <a:prstGeom prst="rect">
            <a:avLst/>
          </a:prstGeom>
          <a:solidFill>
            <a:srgbClr val="D0B390">
              <a:alpha val="50000"/>
            </a:srgb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800" noProof="0" dirty="0">
              <a:latin typeface="Amasis MT Pro Black" panose="02040A040500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266472-3C67-E104-3682-9DD959087777}"/>
              </a:ext>
            </a:extLst>
          </p:cNvPr>
          <p:cNvSpPr/>
          <p:nvPr/>
        </p:nvSpPr>
        <p:spPr>
          <a:xfrm>
            <a:off x="6731876" y="1487378"/>
            <a:ext cx="4960882" cy="2112580"/>
          </a:xfrm>
          <a:prstGeom prst="rect">
            <a:avLst/>
          </a:prstGeom>
          <a:solidFill>
            <a:srgbClr val="D0B390">
              <a:alpha val="50000"/>
            </a:srgb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800" noProof="0" dirty="0">
              <a:latin typeface="Amasis MT Pro Black" panose="02040A040500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008F5D-D6C1-42A2-BA1B-E5EFB50263BE}"/>
              </a:ext>
            </a:extLst>
          </p:cNvPr>
          <p:cNvSpPr/>
          <p:nvPr/>
        </p:nvSpPr>
        <p:spPr>
          <a:xfrm>
            <a:off x="6731876" y="4312772"/>
            <a:ext cx="4960882" cy="2112580"/>
          </a:xfrm>
          <a:prstGeom prst="rect">
            <a:avLst/>
          </a:prstGeom>
          <a:solidFill>
            <a:srgbClr val="D0B390">
              <a:alpha val="50000"/>
            </a:srgb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800" noProof="0" dirty="0">
              <a:latin typeface="Amasis MT Pro Black" panose="02040A04050005020304" pitchFamily="18" charset="0"/>
            </a:endParaRPr>
          </a:p>
        </p:txBody>
      </p:sp>
      <p:pic>
        <p:nvPicPr>
          <p:cNvPr id="10" name="Image 9" descr="Une image contenant noir, obscurité, noir et blanc, capture d’écran&#10;&#10;Le contenu généré par l’IA peut être incorrect.">
            <a:extLst>
              <a:ext uri="{FF2B5EF4-FFF2-40B4-BE49-F238E27FC236}">
                <a16:creationId xmlns:a16="http://schemas.microsoft.com/office/drawing/2014/main" id="{C0F73613-5A73-F255-F697-FE65CEF5CF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" y="1658336"/>
            <a:ext cx="1770664" cy="1770664"/>
          </a:xfrm>
          <a:prstGeom prst="rect">
            <a:avLst/>
          </a:prstGeom>
        </p:spPr>
      </p:pic>
      <p:pic>
        <p:nvPicPr>
          <p:cNvPr id="14" name="Image 13" descr="Une image contenant dessin humoristique, émoticône, clipart, smiley&#10;&#10;Le contenu généré par l’IA peut être incorrect.">
            <a:extLst>
              <a:ext uri="{FF2B5EF4-FFF2-40B4-BE49-F238E27FC236}">
                <a16:creationId xmlns:a16="http://schemas.microsoft.com/office/drawing/2014/main" id="{FB5AF9E9-9285-AC80-E5B4-CABBD61754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2776" y="1748264"/>
            <a:ext cx="1765585" cy="1765585"/>
          </a:xfrm>
          <a:prstGeom prst="rect">
            <a:avLst/>
          </a:prstGeom>
        </p:spPr>
      </p:pic>
      <p:pic>
        <p:nvPicPr>
          <p:cNvPr id="12" name="Image 11" descr="Une image contenant symbole, Graphique, créativité&#10;&#10;Le contenu généré par l’IA peut être incorrect.">
            <a:extLst>
              <a:ext uri="{FF2B5EF4-FFF2-40B4-BE49-F238E27FC236}">
                <a16:creationId xmlns:a16="http://schemas.microsoft.com/office/drawing/2014/main" id="{29A05348-4DD0-729E-FDAD-BAFFF06228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547" y="4466033"/>
            <a:ext cx="1832249" cy="1832249"/>
          </a:xfrm>
          <a:prstGeom prst="rect">
            <a:avLst/>
          </a:prstGeom>
        </p:spPr>
      </p:pic>
      <p:pic>
        <p:nvPicPr>
          <p:cNvPr id="16" name="Image 15" descr="Une image contenant Graphique, graphisme, Police, logo&#10;&#10;Le contenu généré par l’IA peut être incorrect.">
            <a:extLst>
              <a:ext uri="{FF2B5EF4-FFF2-40B4-BE49-F238E27FC236}">
                <a16:creationId xmlns:a16="http://schemas.microsoft.com/office/drawing/2014/main" id="{23807717-F358-4AF3-10FD-6C22C4ADAD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041" y="4519602"/>
            <a:ext cx="1765585" cy="1765585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3376E487-50B8-6AF7-DFCF-B4859FFD2F75}"/>
              </a:ext>
            </a:extLst>
          </p:cNvPr>
          <p:cNvSpPr txBox="1"/>
          <p:nvPr/>
        </p:nvSpPr>
        <p:spPr>
          <a:xfrm>
            <a:off x="2768814" y="1569288"/>
            <a:ext cx="2511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u="sng" noProof="0" dirty="0">
                <a:latin typeface="Amasis MT Pro Black" panose="02040A04050005020304" pitchFamily="18" charset="0"/>
              </a:rPr>
              <a:t>Next.Js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1ADC848F-8D40-FE40-2ECA-8BD7A579352F}"/>
              </a:ext>
            </a:extLst>
          </p:cNvPr>
          <p:cNvSpPr txBox="1"/>
          <p:nvPr/>
        </p:nvSpPr>
        <p:spPr>
          <a:xfrm>
            <a:off x="8822778" y="4312771"/>
            <a:ext cx="2511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noProof="0" dirty="0">
                <a:latin typeface="Amasis MT Pro Black" panose="02040A04050005020304" pitchFamily="18" charset="0"/>
              </a:rPr>
              <a:t>MySQL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C1800F3-9480-70F1-7650-A94EF286E417}"/>
              </a:ext>
            </a:extLst>
          </p:cNvPr>
          <p:cNvSpPr txBox="1"/>
          <p:nvPr/>
        </p:nvSpPr>
        <p:spPr>
          <a:xfrm>
            <a:off x="2768814" y="4356047"/>
            <a:ext cx="2511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Amasis MT Pro Black" panose="02040A04050005020304" pitchFamily="18" charset="0"/>
              </a:rPr>
              <a:t>C#   .NET</a:t>
            </a:r>
            <a:endParaRPr lang="fr-FR" sz="2800" noProof="0" dirty="0">
              <a:latin typeface="Amasis MT Pro Black" panose="02040A04050005020304" pitchFamily="18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C75EC3E6-6E99-3942-3FB0-FA2661696AF3}"/>
              </a:ext>
            </a:extLst>
          </p:cNvPr>
          <p:cNvSpPr txBox="1"/>
          <p:nvPr/>
        </p:nvSpPr>
        <p:spPr>
          <a:xfrm>
            <a:off x="8822778" y="1515481"/>
            <a:ext cx="2511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u="sng" noProof="0" dirty="0">
                <a:latin typeface="Amasis MT Pro Black" panose="02040A04050005020304" pitchFamily="18" charset="0"/>
              </a:rPr>
              <a:t>SwaggerAPI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4BA3D989-4EE9-298D-BB2A-7D533FE03A71}"/>
              </a:ext>
            </a:extLst>
          </p:cNvPr>
          <p:cNvSpPr txBox="1"/>
          <p:nvPr/>
        </p:nvSpPr>
        <p:spPr>
          <a:xfrm>
            <a:off x="2720122" y="2090947"/>
            <a:ext cx="29388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Amasis MT Pro Black" panose="02040A04050005020304" pitchFamily="18" charset="0"/>
              </a:rPr>
              <a:t>Framework React pour interfaces web modernes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4F1A79A2-AB9E-F9E2-A660-34B41910B353}"/>
              </a:ext>
            </a:extLst>
          </p:cNvPr>
          <p:cNvSpPr txBox="1"/>
          <p:nvPr/>
        </p:nvSpPr>
        <p:spPr>
          <a:xfrm>
            <a:off x="8696154" y="4904239"/>
            <a:ext cx="29388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Amasis MT Pro Black" panose="02040A04050005020304" pitchFamily="18" charset="0"/>
              </a:rPr>
              <a:t>Système de gestion de bases relationnelles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C4F26D8-28F6-67E0-8908-DE0B25A79A54}"/>
              </a:ext>
            </a:extLst>
          </p:cNvPr>
          <p:cNvSpPr txBox="1"/>
          <p:nvPr/>
        </p:nvSpPr>
        <p:spPr>
          <a:xfrm>
            <a:off x="2432923" y="4922543"/>
            <a:ext cx="33758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Amasis MT Pro Black" panose="02040A04050005020304" pitchFamily="18" charset="0"/>
              </a:rPr>
              <a:t>Plateforme backend pour applications sécurisées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7D0F710-DBAE-4F6A-BA4A-C34C9BA8522E}"/>
              </a:ext>
            </a:extLst>
          </p:cNvPr>
          <p:cNvSpPr txBox="1"/>
          <p:nvPr/>
        </p:nvSpPr>
        <p:spPr>
          <a:xfrm>
            <a:off x="8696154" y="2167653"/>
            <a:ext cx="29388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Amasis MT Pro Black" panose="02040A04050005020304" pitchFamily="18" charset="0"/>
              </a:rPr>
              <a:t>Outil de documentation et test d’API</a:t>
            </a:r>
          </a:p>
        </p:txBody>
      </p:sp>
    </p:spTree>
    <p:extLst>
      <p:ext uri="{BB962C8B-B14F-4D97-AF65-F5344CB8AC3E}">
        <p14:creationId xmlns:p14="http://schemas.microsoft.com/office/powerpoint/2010/main" val="42431660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71DCD-A360-1400-A3CC-5059B06BB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5F7F9A3-A758-B9E5-5D05-2A89C8B5E76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B7593C-763E-2872-8D09-97282663D6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3A52D84-BE4B-C0C0-BBB7-17B25A04E252}"/>
              </a:ext>
            </a:extLst>
          </p:cNvPr>
          <p:cNvSpPr txBox="1"/>
          <p:nvPr/>
        </p:nvSpPr>
        <p:spPr>
          <a:xfrm>
            <a:off x="1949669" y="312682"/>
            <a:ext cx="8292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800" dirty="0">
                <a:solidFill>
                  <a:schemeClr val="bg1"/>
                </a:solidFill>
                <a:latin typeface="Amasis MT Pro Black" panose="02040A04050005020304" pitchFamily="18" charset="0"/>
              </a:rPr>
              <a:t>B</a:t>
            </a:r>
            <a:r>
              <a:rPr lang="fr-FR" sz="4800" dirty="0">
                <a:solidFill>
                  <a:schemeClr val="bg1"/>
                </a:solidFill>
                <a:latin typeface="Amasis MT Pro Black" panose="02040A04050005020304" pitchFamily="18" charset="0"/>
              </a:rPr>
              <a:t>ase de donnees</a:t>
            </a:r>
            <a:endParaRPr lang="fr-FR" sz="4800" noProof="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pic>
        <p:nvPicPr>
          <p:cNvPr id="6" name="Image 5" descr="Une image contenant Graphique, graphisme, Police, logo&#10;&#10;Le contenu généré par l’IA peut être incorrect.">
            <a:extLst>
              <a:ext uri="{FF2B5EF4-FFF2-40B4-BE49-F238E27FC236}">
                <a16:creationId xmlns:a16="http://schemas.microsoft.com/office/drawing/2014/main" id="{504E8FC2-0011-7C5F-C972-9520872719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36" y="218844"/>
            <a:ext cx="2534866" cy="2534866"/>
          </a:xfrm>
          <a:prstGeom prst="rect">
            <a:avLst/>
          </a:prstGeom>
        </p:spPr>
      </p:pic>
      <p:pic>
        <p:nvPicPr>
          <p:cNvPr id="9" name="Image 8" descr="Une image contenant texte, Police, nombr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3CE21FC-6A7C-2059-2358-1EB1804B26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972554"/>
            <a:ext cx="12192000" cy="253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5753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CC545-B185-F4C7-5803-6A43E5E9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922A87-FC58-1EBD-76C1-4D2D71C7C4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E701A2-D71A-512A-82B5-34B7BE293D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C6CDD6C-B178-D6B8-B22D-7374915F82AC}"/>
              </a:ext>
            </a:extLst>
          </p:cNvPr>
          <p:cNvSpPr txBox="1"/>
          <p:nvPr/>
        </p:nvSpPr>
        <p:spPr>
          <a:xfrm>
            <a:off x="1949669" y="270641"/>
            <a:ext cx="8292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noProof="0" dirty="0">
                <a:solidFill>
                  <a:schemeClr val="bg1"/>
                </a:solidFill>
                <a:latin typeface="Amasis MT Pro Black" panose="02040A04050005020304" pitchFamily="18" charset="0"/>
              </a:rPr>
              <a:t>RESULTAT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6732A5-101C-7D37-C411-513A96A58177}"/>
              </a:ext>
            </a:extLst>
          </p:cNvPr>
          <p:cNvSpPr/>
          <p:nvPr/>
        </p:nvSpPr>
        <p:spPr>
          <a:xfrm>
            <a:off x="11529848" y="6285187"/>
            <a:ext cx="493986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2A0395-DC26-4218-8A40-7CAA11126756}"/>
              </a:ext>
            </a:extLst>
          </p:cNvPr>
          <p:cNvSpPr/>
          <p:nvPr/>
        </p:nvSpPr>
        <p:spPr>
          <a:xfrm>
            <a:off x="449891" y="1372279"/>
            <a:ext cx="3489763" cy="4876800"/>
          </a:xfrm>
          <a:prstGeom prst="rect">
            <a:avLst/>
          </a:prstGeom>
          <a:solidFill>
            <a:srgbClr val="D0B39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noProof="0" dirty="0">
                <a:latin typeface="Amasis MT Pro Black" panose="02040A04050005020304" pitchFamily="18" charset="0"/>
              </a:rPr>
              <a:t>INTERFACE ADMIN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88CA69-85FE-5D7D-D789-5FE6A4A19FEF}"/>
              </a:ext>
            </a:extLst>
          </p:cNvPr>
          <p:cNvSpPr/>
          <p:nvPr/>
        </p:nvSpPr>
        <p:spPr>
          <a:xfrm>
            <a:off x="4264201" y="1408387"/>
            <a:ext cx="3489763" cy="4876800"/>
          </a:xfrm>
          <a:prstGeom prst="rect">
            <a:avLst/>
          </a:prstGeom>
          <a:solidFill>
            <a:srgbClr val="D0B39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noProof="0" dirty="0">
                <a:latin typeface="Amasis MT Pro Black" panose="02040A04050005020304" pitchFamily="18" charset="0"/>
              </a:rPr>
              <a:t>INTERFACE CUISINIER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953E7F-9CFD-5D6E-A529-7BA45AD68884}"/>
              </a:ext>
            </a:extLst>
          </p:cNvPr>
          <p:cNvSpPr/>
          <p:nvPr/>
        </p:nvSpPr>
        <p:spPr>
          <a:xfrm>
            <a:off x="8078511" y="1408387"/>
            <a:ext cx="3489762" cy="4876800"/>
          </a:xfrm>
          <a:prstGeom prst="rect">
            <a:avLst/>
          </a:prstGeom>
          <a:solidFill>
            <a:srgbClr val="D0B39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noProof="0" dirty="0">
                <a:latin typeface="Amasis MT Pro Black" panose="02040A04050005020304" pitchFamily="18" charset="0"/>
              </a:rPr>
              <a:t>INTERFACE SERVEUR</a:t>
            </a:r>
          </a:p>
        </p:txBody>
      </p:sp>
    </p:spTree>
    <p:extLst>
      <p:ext uri="{BB962C8B-B14F-4D97-AF65-F5344CB8AC3E}">
        <p14:creationId xmlns:p14="http://schemas.microsoft.com/office/powerpoint/2010/main" val="12902182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3AF0D-357C-3A67-A2A8-37AC0471D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632345-E1D5-0AA2-2791-95C4B1CB08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BF19F9-B7E8-113B-A48C-D95A1452B7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7D35F0-E8D7-0A8F-0C56-691A5AE1CB04}"/>
              </a:ext>
            </a:extLst>
          </p:cNvPr>
          <p:cNvSpPr/>
          <p:nvPr/>
        </p:nvSpPr>
        <p:spPr>
          <a:xfrm>
            <a:off x="11529848" y="6285187"/>
            <a:ext cx="493986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2B9B7C-986A-D4FF-281F-7BE1DBD62EAC}"/>
              </a:ext>
            </a:extLst>
          </p:cNvPr>
          <p:cNvSpPr/>
          <p:nvPr/>
        </p:nvSpPr>
        <p:spPr>
          <a:xfrm rot="16200000">
            <a:off x="-3050626" y="3050627"/>
            <a:ext cx="6858001" cy="756747"/>
          </a:xfrm>
          <a:prstGeom prst="rect">
            <a:avLst/>
          </a:prstGeom>
          <a:solidFill>
            <a:srgbClr val="D0B39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noProof="0" dirty="0">
                <a:latin typeface="Amasis MT Pro Black" panose="02040A04050005020304" pitchFamily="18" charset="0"/>
              </a:rPr>
              <a:t>INTERFACE ADMIN</a:t>
            </a:r>
          </a:p>
        </p:txBody>
      </p:sp>
      <p:pic>
        <p:nvPicPr>
          <p:cNvPr id="13" name="Image 12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A3357D34-DC4C-D7BE-62D1-6E9FC19113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284" y="325070"/>
            <a:ext cx="11356180" cy="618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0149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9C394-23B6-420C-8843-047F25122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CEEC53-4966-CA1D-7687-9FC374E58E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D042A4-824D-F5A7-0DAA-1B658B69CA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9245F8-DF02-280A-5655-C56A990A3245}"/>
              </a:ext>
            </a:extLst>
          </p:cNvPr>
          <p:cNvSpPr/>
          <p:nvPr/>
        </p:nvSpPr>
        <p:spPr>
          <a:xfrm>
            <a:off x="11529848" y="6285187"/>
            <a:ext cx="493986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A795D7-F0AE-6576-CB5B-FC856086A9B2}"/>
              </a:ext>
            </a:extLst>
          </p:cNvPr>
          <p:cNvSpPr/>
          <p:nvPr/>
        </p:nvSpPr>
        <p:spPr>
          <a:xfrm rot="16200000">
            <a:off x="-3050626" y="3050627"/>
            <a:ext cx="6858001" cy="756747"/>
          </a:xfrm>
          <a:prstGeom prst="rect">
            <a:avLst/>
          </a:prstGeom>
          <a:solidFill>
            <a:srgbClr val="D0B39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noProof="0" dirty="0">
                <a:latin typeface="Amasis MT Pro Black" panose="02040A04050005020304" pitchFamily="18" charset="0"/>
              </a:rPr>
              <a:t>INTERFACE ADMIN</a:t>
            </a:r>
          </a:p>
        </p:txBody>
      </p:sp>
      <p:pic>
        <p:nvPicPr>
          <p:cNvPr id="7" name="Image 6" descr="Une image contenant texte, logiciel, Page web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3338A923-50E7-3F47-7EC8-5AB6382161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535" y="318378"/>
            <a:ext cx="11361679" cy="622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2468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7FE31-3380-E8BF-828B-67ED9AC29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483B396-3BB5-B0F8-6B72-AD90DB7283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AB2A5A-62AB-C32D-F094-D13B94499D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662249D-5AFD-4A66-FBBD-7610D0B94EC5}"/>
              </a:ext>
            </a:extLst>
          </p:cNvPr>
          <p:cNvSpPr txBox="1"/>
          <p:nvPr/>
        </p:nvSpPr>
        <p:spPr>
          <a:xfrm>
            <a:off x="1949669" y="270641"/>
            <a:ext cx="8292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noProof="0" dirty="0">
                <a:solidFill>
                  <a:schemeClr val="bg1"/>
                </a:solidFill>
                <a:latin typeface="Amasis MT Pro Black" panose="02040A04050005020304" pitchFamily="18" charset="0"/>
              </a:rPr>
              <a:t>RESULTAT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9F3423-33BF-381F-C4B6-1AE0CF4E1F66}"/>
              </a:ext>
            </a:extLst>
          </p:cNvPr>
          <p:cNvSpPr/>
          <p:nvPr/>
        </p:nvSpPr>
        <p:spPr>
          <a:xfrm>
            <a:off x="11529848" y="6285187"/>
            <a:ext cx="493986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590F90-CEAD-1D49-3364-8273A290D0E4}"/>
              </a:ext>
            </a:extLst>
          </p:cNvPr>
          <p:cNvSpPr/>
          <p:nvPr/>
        </p:nvSpPr>
        <p:spPr>
          <a:xfrm>
            <a:off x="449891" y="1372279"/>
            <a:ext cx="3489763" cy="4876800"/>
          </a:xfrm>
          <a:prstGeom prst="rect">
            <a:avLst/>
          </a:prstGeom>
          <a:solidFill>
            <a:srgbClr val="D0B39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noProof="0" dirty="0">
                <a:latin typeface="Amasis MT Pro Black" panose="02040A04050005020304" pitchFamily="18" charset="0"/>
              </a:rPr>
              <a:t>INTERFACE ADMIN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D1628D-7F2D-B3D7-4159-DC6A61B0C070}"/>
              </a:ext>
            </a:extLst>
          </p:cNvPr>
          <p:cNvSpPr/>
          <p:nvPr/>
        </p:nvSpPr>
        <p:spPr>
          <a:xfrm>
            <a:off x="4264201" y="1408387"/>
            <a:ext cx="3489763" cy="4876800"/>
          </a:xfrm>
          <a:prstGeom prst="rect">
            <a:avLst/>
          </a:prstGeom>
          <a:solidFill>
            <a:srgbClr val="D0B39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noProof="0" dirty="0">
                <a:latin typeface="Amasis MT Pro Black" panose="02040A04050005020304" pitchFamily="18" charset="0"/>
              </a:rPr>
              <a:t>INTERFACE CUISINIER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58FC01-0E92-5C89-5FEB-5B5E4CC85097}"/>
              </a:ext>
            </a:extLst>
          </p:cNvPr>
          <p:cNvSpPr/>
          <p:nvPr/>
        </p:nvSpPr>
        <p:spPr>
          <a:xfrm>
            <a:off x="8078511" y="1408387"/>
            <a:ext cx="3489762" cy="4876800"/>
          </a:xfrm>
          <a:prstGeom prst="rect">
            <a:avLst/>
          </a:prstGeom>
          <a:solidFill>
            <a:srgbClr val="D0B39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noProof="0" dirty="0">
                <a:latin typeface="Amasis MT Pro Black" panose="02040A04050005020304" pitchFamily="18" charset="0"/>
              </a:rPr>
              <a:t>INTERFACE SERVEUR</a:t>
            </a:r>
          </a:p>
        </p:txBody>
      </p:sp>
    </p:spTree>
    <p:extLst>
      <p:ext uri="{BB962C8B-B14F-4D97-AF65-F5344CB8AC3E}">
        <p14:creationId xmlns:p14="http://schemas.microsoft.com/office/powerpoint/2010/main" val="19862465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1ED74-EFC5-D0DC-DF15-CF56A1FB1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FC8FCB-F13B-8289-00DA-9BDC41FE698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30D7DF-824A-D7C7-EA46-46D1A017FC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183DED-0646-1F87-6644-198BDA9698C4}"/>
              </a:ext>
            </a:extLst>
          </p:cNvPr>
          <p:cNvSpPr/>
          <p:nvPr/>
        </p:nvSpPr>
        <p:spPr>
          <a:xfrm>
            <a:off x="11529848" y="6285187"/>
            <a:ext cx="493986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441F8-674B-77E4-8E27-34523459855C}"/>
              </a:ext>
            </a:extLst>
          </p:cNvPr>
          <p:cNvSpPr/>
          <p:nvPr/>
        </p:nvSpPr>
        <p:spPr>
          <a:xfrm rot="16200000">
            <a:off x="-3050626" y="3050627"/>
            <a:ext cx="6858001" cy="756747"/>
          </a:xfrm>
          <a:prstGeom prst="rect">
            <a:avLst/>
          </a:prstGeom>
          <a:solidFill>
            <a:srgbClr val="D0B39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noProof="0" dirty="0">
                <a:latin typeface="Amasis MT Pro Black" panose="02040A04050005020304" pitchFamily="18" charset="0"/>
              </a:rPr>
              <a:t>INTERFACE CUISINIER</a:t>
            </a:r>
          </a:p>
        </p:txBody>
      </p:sp>
      <p:pic>
        <p:nvPicPr>
          <p:cNvPr id="7" name="Image 6" descr="Une image contenant texte, logiciel, nombre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7419D9B0-7199-2CAC-6DDE-0E054DE43C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039" y="148223"/>
            <a:ext cx="11248368" cy="660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6513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CE79C-EC31-1A17-4DF4-98F991D57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E7EB12-4A61-15CF-E2EF-C0D9CB0325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1C466D-68BF-9A5F-479D-33111E0305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62C65C-6603-99AB-778A-8F225F553547}"/>
              </a:ext>
            </a:extLst>
          </p:cNvPr>
          <p:cNvSpPr/>
          <p:nvPr/>
        </p:nvSpPr>
        <p:spPr>
          <a:xfrm>
            <a:off x="11529848" y="6285187"/>
            <a:ext cx="493986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EE6357-FB81-D379-778E-F719BBEE4DE0}"/>
              </a:ext>
            </a:extLst>
          </p:cNvPr>
          <p:cNvSpPr/>
          <p:nvPr/>
        </p:nvSpPr>
        <p:spPr>
          <a:xfrm rot="16200000">
            <a:off x="-3050626" y="3050627"/>
            <a:ext cx="6858001" cy="756747"/>
          </a:xfrm>
          <a:prstGeom prst="rect">
            <a:avLst/>
          </a:prstGeom>
          <a:solidFill>
            <a:srgbClr val="D0B39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noProof="0" dirty="0">
                <a:latin typeface="Amasis MT Pro Black" panose="02040A04050005020304" pitchFamily="18" charset="0"/>
              </a:rPr>
              <a:t>INTERFACE CUISINIER</a:t>
            </a:r>
          </a:p>
        </p:txBody>
      </p:sp>
      <p:pic>
        <p:nvPicPr>
          <p:cNvPr id="8" name="Image 7" descr="Une image contenant texte, capture d’écran, logiciel, Page web&#10;&#10;Le contenu généré par l’IA peut être incorrect.">
            <a:extLst>
              <a:ext uri="{FF2B5EF4-FFF2-40B4-BE49-F238E27FC236}">
                <a16:creationId xmlns:a16="http://schemas.microsoft.com/office/drawing/2014/main" id="{7C1AB20A-A356-ED23-D285-C91AD3D64F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13" y="165538"/>
            <a:ext cx="11253723" cy="652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0393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E9146-5A26-BF0C-1AA3-2A36A6995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3763E7-7454-22E0-2BB2-BB182443C9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F3D80E-B025-8A21-E36D-44262E105B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FEEFDA5-D9EB-3691-12A9-5C5EA8A33545}"/>
              </a:ext>
            </a:extLst>
          </p:cNvPr>
          <p:cNvSpPr txBox="1"/>
          <p:nvPr/>
        </p:nvSpPr>
        <p:spPr>
          <a:xfrm>
            <a:off x="1949669" y="270641"/>
            <a:ext cx="8292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noProof="0" dirty="0">
                <a:solidFill>
                  <a:schemeClr val="bg1"/>
                </a:solidFill>
                <a:latin typeface="Amasis MT Pro Black" panose="02040A04050005020304" pitchFamily="18" charset="0"/>
              </a:rPr>
              <a:t>RESULTAT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F425C1-702E-29BB-6097-54BE395D479C}"/>
              </a:ext>
            </a:extLst>
          </p:cNvPr>
          <p:cNvSpPr/>
          <p:nvPr/>
        </p:nvSpPr>
        <p:spPr>
          <a:xfrm>
            <a:off x="11529848" y="6285187"/>
            <a:ext cx="493986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51722A-7B76-D19E-4FDE-90D0FB6B7186}"/>
              </a:ext>
            </a:extLst>
          </p:cNvPr>
          <p:cNvSpPr/>
          <p:nvPr/>
        </p:nvSpPr>
        <p:spPr>
          <a:xfrm>
            <a:off x="449891" y="1372279"/>
            <a:ext cx="3489763" cy="4876800"/>
          </a:xfrm>
          <a:prstGeom prst="rect">
            <a:avLst/>
          </a:prstGeom>
          <a:solidFill>
            <a:srgbClr val="D0B39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noProof="0" dirty="0">
                <a:latin typeface="Amasis MT Pro Black" panose="02040A04050005020304" pitchFamily="18" charset="0"/>
              </a:rPr>
              <a:t>INTERFACE ADMIN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590412-56C2-C0A4-D9AA-2926A859FF04}"/>
              </a:ext>
            </a:extLst>
          </p:cNvPr>
          <p:cNvSpPr/>
          <p:nvPr/>
        </p:nvSpPr>
        <p:spPr>
          <a:xfrm>
            <a:off x="4264201" y="1408387"/>
            <a:ext cx="3489763" cy="4876800"/>
          </a:xfrm>
          <a:prstGeom prst="rect">
            <a:avLst/>
          </a:prstGeom>
          <a:solidFill>
            <a:srgbClr val="D0B39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noProof="0" dirty="0">
                <a:latin typeface="Amasis MT Pro Black" panose="02040A04050005020304" pitchFamily="18" charset="0"/>
              </a:rPr>
              <a:t>INTERFACE CUISINIER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A83485-4158-5C33-128A-FBAF033EFF28}"/>
              </a:ext>
            </a:extLst>
          </p:cNvPr>
          <p:cNvSpPr/>
          <p:nvPr/>
        </p:nvSpPr>
        <p:spPr>
          <a:xfrm>
            <a:off x="8078511" y="1408387"/>
            <a:ext cx="3489762" cy="4876800"/>
          </a:xfrm>
          <a:prstGeom prst="rect">
            <a:avLst/>
          </a:prstGeom>
          <a:solidFill>
            <a:srgbClr val="D0B39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noProof="0" dirty="0">
                <a:latin typeface="Amasis MT Pro Black" panose="02040A04050005020304" pitchFamily="18" charset="0"/>
              </a:rPr>
              <a:t>INTERFACE SERVEUR</a:t>
            </a:r>
          </a:p>
        </p:txBody>
      </p:sp>
    </p:spTree>
    <p:extLst>
      <p:ext uri="{BB962C8B-B14F-4D97-AF65-F5344CB8AC3E}">
        <p14:creationId xmlns:p14="http://schemas.microsoft.com/office/powerpoint/2010/main" val="10643409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1D873-90A9-299D-4218-5C7A8173F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A2C556-1B30-D71F-6F1D-9127377C8E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9CF335-196D-06FE-CA14-85FDB27DB1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00E36D-566B-5C2C-4236-D4C298980C12}"/>
              </a:ext>
            </a:extLst>
          </p:cNvPr>
          <p:cNvSpPr/>
          <p:nvPr/>
        </p:nvSpPr>
        <p:spPr>
          <a:xfrm>
            <a:off x="11529848" y="6285187"/>
            <a:ext cx="493986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A0B4CF-9744-9D6E-F057-8FD4A58DD4FF}"/>
              </a:ext>
            </a:extLst>
          </p:cNvPr>
          <p:cNvSpPr/>
          <p:nvPr/>
        </p:nvSpPr>
        <p:spPr>
          <a:xfrm rot="16200000">
            <a:off x="-3050626" y="3050627"/>
            <a:ext cx="6858001" cy="756747"/>
          </a:xfrm>
          <a:prstGeom prst="rect">
            <a:avLst/>
          </a:prstGeom>
          <a:solidFill>
            <a:srgbClr val="D0B39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noProof="0" dirty="0">
                <a:latin typeface="Amasis MT Pro Black" panose="02040A04050005020304" pitchFamily="18" charset="0"/>
              </a:rPr>
              <a:t>INTERFACE SERVEUR</a:t>
            </a:r>
          </a:p>
        </p:txBody>
      </p:sp>
      <p:pic>
        <p:nvPicPr>
          <p:cNvPr id="10" name="Image 9" descr="Une image contenant texte, capture d’écran, logiciel, Page web&#10;&#10;Le contenu généré par l’IA peut être incorrect.">
            <a:extLst>
              <a:ext uri="{FF2B5EF4-FFF2-40B4-BE49-F238E27FC236}">
                <a16:creationId xmlns:a16="http://schemas.microsoft.com/office/drawing/2014/main" id="{0D2F7C8D-2014-A115-C68A-A6AB314928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832" y="294453"/>
            <a:ext cx="11267085" cy="6269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549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FC942-3E8C-EA08-A746-F2036E550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38F2B5-ABE0-C0B2-47BF-BCD9F9728E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3240CF-64E2-BFC9-DF87-21610D3D59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690E883-DBED-B1EA-33A4-49BA90993C19}"/>
              </a:ext>
            </a:extLst>
          </p:cNvPr>
          <p:cNvSpPr txBox="1"/>
          <p:nvPr/>
        </p:nvSpPr>
        <p:spPr>
          <a:xfrm>
            <a:off x="1949669" y="2730062"/>
            <a:ext cx="8292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800" dirty="0">
                <a:solidFill>
                  <a:schemeClr val="bg1"/>
                </a:solidFill>
                <a:latin typeface="Amasis MT Pro Black" panose="02040A04050005020304" pitchFamily="18" charset="0"/>
              </a:rPr>
              <a:t>C</a:t>
            </a:r>
            <a:r>
              <a:rPr lang="fr-FR" sz="4800" dirty="0">
                <a:solidFill>
                  <a:schemeClr val="bg1"/>
                </a:solidFill>
                <a:latin typeface="Amasis MT Pro Black" panose="02040A04050005020304" pitchFamily="18" charset="0"/>
              </a:rPr>
              <a:t>ONCLUSION</a:t>
            </a:r>
            <a:endParaRPr lang="fr-FR" sz="4800" noProof="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8900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27D29-E148-079C-41D7-AF0611E61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4666C11-B428-8977-EA58-C3F53F6704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36D952-9642-3395-42C8-AE62772CF8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4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1F4EAAE-4341-7B10-CBA9-D9490011EADF}"/>
              </a:ext>
            </a:extLst>
          </p:cNvPr>
          <p:cNvSpPr txBox="1"/>
          <p:nvPr/>
        </p:nvSpPr>
        <p:spPr>
          <a:xfrm>
            <a:off x="1949669" y="2730062"/>
            <a:ext cx="82926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800" dirty="0">
                <a:solidFill>
                  <a:schemeClr val="bg1"/>
                </a:solidFill>
                <a:latin typeface="Amasis MT Pro Black" panose="02040A04050005020304" pitchFamily="18" charset="0"/>
              </a:rPr>
              <a:t>MERCI POUR VOTRE ATTENTION</a:t>
            </a:r>
            <a:endParaRPr lang="fr-FR" sz="4800" b="1" noProof="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2051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125</Words>
  <Application>Microsoft Office PowerPoint</Application>
  <PresentationFormat>Grand écran</PresentationFormat>
  <Paragraphs>48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Amasis MT Pro Black</vt:lpstr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Farah Otarid</dc:creator>
  <cp:lastModifiedBy>Farah Otarid</cp:lastModifiedBy>
  <cp:revision>1</cp:revision>
  <dcterms:created xsi:type="dcterms:W3CDTF">2025-12-23T14:22:19Z</dcterms:created>
  <dcterms:modified xsi:type="dcterms:W3CDTF">2025-12-23T15:24:36Z</dcterms:modified>
</cp:coreProperties>
</file>